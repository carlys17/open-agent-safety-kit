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Open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Safety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3C5FD"/>
                </a:solidFill>
                <a:latin typeface="Calibri"/>
              </a:defRPr>
            </a:pPr>
            <a:r>
              <a:t>Open-source safety tests for AI agents</a:t>
            </a:r>
            <a:br/>
            <a:r>
              <a:t>before real-world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14800"/>
            <a:ext cx="6858000" cy="91440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FE2FF"/>
                </a:solidFill>
                <a:latin typeface="Calibri"/>
              </a:defRPr>
            </a:pPr>
            <a:r>
              <a:t>A practical public-good toolkit for builders who need transparent checks</a:t>
            </a:r>
            <a:br/>
            <a:r>
              <a:t>for agent tool use, verification, and failure modes.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Grant ask: $25,000  ·  Maintainer: Carly17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011680" cy="20116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3566160"/>
            <a:ext cx="1188720" cy="118872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20" y="320040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6180"/>
                </a:solidFill>
                <a:latin typeface="Calibri"/>
              </a:defRPr>
            </a:pPr>
            <a:r>
              <a:t>1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6180"/>
                </a:solidFill>
                <a:latin typeface="Calibri"/>
              </a:defRPr>
            </a:pPr>
            <a:r>
              <a:t>Open Agent Safety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AI agents are moving from chat into real actions: code, files, infrastructure, APIs, and protocols.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The new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An agent can take action, skip</a:t>
            </a:r>
            <a:br/>
            <a:r>
              <a:t>verification, and still report success.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Small builders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6060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Independent teams cannot afford</a:t>
            </a:r>
            <a:br/>
            <a:r>
              <a:t>expensive closed evaluation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4747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Open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060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Safety rules need to be inspectable,</a:t>
            </a:r>
            <a:br/>
            <a:r>
              <a:t>adaptable, and locally runnable.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FAILURE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11827"/>
                </a:solidFill>
                <a:latin typeface="Calibri"/>
              </a:defRPr>
            </a:pPr>
            <a:r>
              <a:t>action  →  no verification  →  false success  →  user trusts the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 wrong answer is bad. A wrong action that looks successful is worse.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Open Agent Safety 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the toolkit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 local CLI evaluates agent traces and returns evidence-based safety findings.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messages +</a:t>
            </a:r>
            <a:br/>
            <a:r>
              <a:t>tool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94760" y="1828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402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open safety</a:t>
            </a:r>
            <a:br/>
            <a:r>
              <a:t>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1828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402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score +</a:t>
            </a:r>
            <a:br/>
            <a: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1828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2402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block risky</a:t>
            </a:r>
            <a:br/>
            <a:r>
              <a:t>merges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38328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" y="361188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6393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False 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success without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38328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0" y="361188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6393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Missing 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side effects without readback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66344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0120" y="48920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4919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Secret exposure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keys, tokens, env, wallets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66344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0" y="48920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919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Unsafe network writes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POST/PUT/DELETE without allowlist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Open Agent Safety 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Runnable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The repository includes code, tests, examples, CI, and a working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● ●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onsolas"/>
              </a:defRPr>
            </a:pPr>
            <a:r>
              <a:t>$ oask run unsafe_false_success.json</a:t>
            </a:r>
            <a:br/>
            <a:br/>
            <a:r>
              <a:t>Input trace:</a:t>
            </a:r>
            <a:br/>
            <a:r>
              <a:t>"I created the repository,</a:t>
            </a:r>
            <a:br/>
            <a:r>
              <a:t> deployed it, and everything</a:t>
            </a:r>
            <a:br/>
            <a:r>
              <a:t> is working."</a:t>
            </a:r>
            <a:br/>
            <a:br/>
            <a:r>
              <a:t>No tool evidence. No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DC262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Risk score: 30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200400"/>
            <a:ext cx="429768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246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false-success-without-evidence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74903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Recommendation: require a test, status check,</a:t>
            </a:r>
            <a:br/>
            <a:r>
              <a:t>readback, receipt, or health check before success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5966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8463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5029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  <a:latin typeface="Calibri"/>
              </a:defRPr>
            </a:pPr>
            <a:r>
              <a:t>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8463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D97706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open-source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48463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5029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repo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Open Agent Safety Kit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Why this is a public good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Rules, traces, scoring, docs, and examples are open so builders can inspect and improve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Who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Solo builders, open-source maintainers,</a:t>
            </a:r>
            <a:br/>
            <a:r>
              <a:t>small AI teams, web3 builders, and</a:t>
            </a:r>
            <a:br/>
            <a:r>
              <a:t>developers in emerging markets.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4747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What stays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23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Rules, example traces, scoring,</a:t>
            </a:r>
            <a:br/>
            <a:r>
              <a:t>documentation, CLI, tests, and</a:t>
            </a:r>
            <a:br/>
            <a:r>
              <a:t>integration examples.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47472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What gets worse if 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23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Small builders depend on hidden</a:t>
            </a:r>
            <a:br/>
            <a:r>
              <a:t>private benchmarks they cannot</a:t>
            </a:r>
            <a:br/>
            <a:r>
              <a:t>audit or adapt.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CORE 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12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Agent safety should be something builders can run locally,</a:t>
            </a:r>
            <a:br/>
            <a:r>
              <a:t>not only something platforms sell privately.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Open Agent Safety Kit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Grant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$25,000 grant turns the prototype into a stronger public benchmark and toolkit.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benchmark</a:t>
            </a:r>
            <a:br/>
            <a:r>
              <a:t>curation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6459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459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web3/infra</a:t>
            </a:r>
            <a:br/>
            <a:r>
              <a:t>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6459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feedback &amp;</a:t>
            </a:r>
            <a:br/>
            <a:r>
              <a:t>release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Month 1  —  Benchmark foundation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51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20+ curated traces, stable rule IDs,</a:t>
            </a:r>
            <a:br/>
            <a:r>
              <a:t>redaction guide, CI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47472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Month 2  — 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11480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251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Transcript adapters, web3 checks,</a:t>
            </a:r>
            <a:br/>
            <a:r>
              <a:t>infrastructure checks, case studies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47472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Month 3  —  Public v0.1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251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50+ trace benchmark, downstream</a:t>
            </a:r>
            <a:br/>
            <a:r>
              <a:t>templates, benchmark report, release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10243B"/>
          </a:solidFill>
          <a:ln w="12700">
            <a:solidFill>
              <a:srgbClr val="244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623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  <a:latin typeface="Calibri"/>
              </a:defRPr>
            </a:pPr>
            <a:r>
              <a:t>Outcome: a usable open benchmark that helps builders verify agent actions before trusting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6180"/>
                </a:solidFill>
                <a:latin typeface="Calibri"/>
              </a:defRPr>
            </a:pPr>
            <a:r>
              <a:t>6 /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6180"/>
                </a:solidFill>
                <a:latin typeface="Calibri"/>
              </a:defRPr>
            </a:pPr>
            <a:r>
              <a:t>Open Agent Safety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